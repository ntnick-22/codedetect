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1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9906000" cy="6858000" type="A4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1232" y="4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26704FB-F907-47D9-BDC6-1D901CE3416E}" type="datetimeFigureOut">
              <a:rPr lang="en-IE" smtClean="0"/>
              <a:pPr/>
              <a:t>20/08/2025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9525"/>
            <a:ext cx="49911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6B167CC-31CC-4D0D-8391-3DBF4B4D8119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5640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7744-9E81-3C13-A7B4-1CB8E4170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BFE48-B98B-A7F6-8DDA-CA2BAD2A8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8874C-A796-0AFF-D53B-AFB9DDE0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DDFD2-4B6E-44B3-AA07-89D7ED20D744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E9DE-15BA-87D6-017E-702A6183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197E9-D6BA-8275-D493-0AD02629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597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536D-2FA9-E28F-0248-378E6B59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4F99C-B7CF-BFCF-B868-4C4442EEC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1741E-0364-59FA-FDA1-0AEB0978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D532-0D35-46F9-BA0B-3884D0F1B262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6BF83-D732-25E1-7E90-16DE56E3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B8EFD-279E-2499-0545-9E2DE92A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403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D231-D8BE-6B53-FD62-F886FE46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7CC1C-5503-0178-D4BF-48C4608AC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60C8-47D5-0C8A-CC66-817DA2AA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D619F-E49C-DF07-0DFB-293DD8E9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CBAA-3DBC-4E19-C65E-CA873325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85082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A57F-8B10-9E74-F306-29E85E96B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25FD8-566A-46E9-E23F-DE5D3DB25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D9184-EAF1-BAA0-4C91-A2FD1CF4F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891A0-23BD-1966-A367-E787493BA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E2F02-3C34-329B-6189-A3C6B960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6B20D-4C4E-FDD9-74DC-EB1EE4B09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689383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C3E2E-9D27-6D3F-4880-F9E574D3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43607-F834-8107-FBD3-5538A6355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DDA8C-211B-9D39-6D90-23873E211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384AC-D5B1-3A98-F14C-FA1272B64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36ABC-4396-C5AF-2AD5-F8AB0B42A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7B1B07-E791-A0CB-C9DB-BC4124029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C4383-1EBC-5F02-63F5-2703D667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530AE-5913-C089-EDD5-EE20B992A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960583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E767-77DE-1B89-C709-1EAF05B1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23DE4-8687-327B-A390-71C62D01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82B7C-54B1-26CA-BFAA-7753FFEA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4484E-F141-D550-0A45-B4AA07A8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733923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CE93E-8345-9A68-1EA3-36B50627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16F8C8-01F8-716E-FCF7-B1E20A32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21D21-AFBF-CF2E-3458-3841C3F3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66575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0F1F-18FE-AF71-C0FB-5B472A0A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6A36-71F6-2377-92AB-6B6E6894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6A296-15C5-A55D-6D01-A8B959B96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DC7FE-B0C4-7EC9-4172-0201E46A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847EC-EA76-F369-2FF4-3E797CFB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4FC6A-2701-546A-F0BC-F17D92E80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427349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4332-177B-0DE2-8DA6-625FBF75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F84CF-869F-6389-EFFD-56FF6C37A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C6FFA-581B-BC39-5A79-025395535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35FBD-C3C1-9DEE-3A1F-FBAD3A24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68FA9-5C03-0043-7DBC-1634B71E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B850F-633D-0D12-7210-49576AF8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725681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8879-8FC8-3025-7856-E3CE36605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DA3EC-0CDA-2C70-73C0-18A0AF542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B5CE3-CFC3-840F-2ACE-B2264948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05E4D-159D-1D26-5F1C-9800F3BF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3F7B-9983-37D8-9B94-4A32023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472054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5A3FD-88EE-EC4B-F21D-369C1B769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91791-A42A-FF2E-148C-41824B496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8AE8C-0ADF-FC41-6902-A47AED6F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625A-9856-2727-74A3-B1312078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19B40-8AD1-87BE-D648-3352B9CC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53228782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7382E-F4B0-6782-0575-0D87D0DD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DFC51-A78A-FC00-A84B-E4B6D4751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5CC1A-9D44-855B-8C12-E38C83B3D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EF884A-2015-4231-A206-21838009FC6A}" type="datetime1">
              <a:rPr lang="en-IE" smtClean="0"/>
              <a:pPr/>
              <a:t>20/08/2025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175B-68F1-A8A6-75D2-4DEA4C48A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D9938-6123-CE92-6D0A-7B57FE835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B3D4F-5DF0-4441-A90F-A537D569E53A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699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8552" y="659955"/>
            <a:ext cx="8098155" cy="2926080"/>
          </a:xfrm>
        </p:spPr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687" y="4660467"/>
            <a:ext cx="7123886" cy="1388165"/>
          </a:xfrm>
        </p:spPr>
        <p:txBody>
          <a:bodyPr/>
          <a:lstStyle/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Nyein Thu Naing</a:t>
            </a: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November 2024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704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Background of Project</a:t>
            </a:r>
          </a:p>
          <a:p>
            <a:pPr marL="0" indent="0">
              <a:buNone/>
            </a:pPr>
            <a:r>
              <a:t>Security vulnerabilities in code are a leading cause of data breaches and cyber attacks</a:t>
            </a:r>
          </a:p>
          <a:p>
            <a:pPr marL="0" indent="0">
              <a:buNone/>
            </a:pPr>
            <a:r>
              <a:t>Traditional manual code reviews are time-consuming, error-prone, and require specialized security expertise</a:t>
            </a:r>
          </a:p>
          <a:p>
            <a:pPr marL="0" indent="0">
              <a:buNone/>
            </a:pPr>
            <a:r>
              <a:rPr b="1"/>
              <a:t>Put in context</a:t>
            </a:r>
          </a:p>
          <a:p>
            <a:pPr marL="0" indent="0">
              <a:buNone/>
            </a:pPr>
            <a:r>
              <a:t>CodeDetect provides automated Python code vulnerability scanner accessible through simple web interface</a:t>
            </a:r>
          </a:p>
          <a:p>
            <a:pPr marL="0" indent="0">
              <a:buNone/>
            </a:pPr>
            <a:r>
              <a:t>Built as production-ready cloud application demonstrating DevOps best practices and real-world engineering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053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182880" algn="l">
              <a:buChar char="•"/>
            </a:pPr>
            <a:r>
              <a:t>What are the aims of the project?</a:t>
            </a:r>
          </a:p>
          <a:p>
            <a:pPr lvl="1" marL="731520" indent="-182880" algn="l">
              <a:buChar char="•"/>
            </a:pPr>
            <a:r>
              <a:t>Build production-ready cloud application on AWS with automated security scanning</a:t>
            </a:r>
          </a:p>
          <a:p>
            <a:pPr marL="365760" indent="-182880" algn="l">
              <a:buChar char="•"/>
            </a:pPr>
            <a:r>
              <a:t>What did you try to achieve?</a:t>
            </a:r>
          </a:p>
          <a:p>
            <a:pPr lvl="1" marL="731520" indent="-182880" algn="l">
              <a:buChar char="•"/>
            </a:pPr>
            <a:r>
              <a:t>Implement zero-downtime Blue-Green deployment and demonstrate DevOps best practices</a:t>
            </a:r>
          </a:p>
          <a:p>
            <a:pPr marL="365760" indent="-182880" algn="l">
              <a:buChar char="•"/>
            </a:pPr>
            <a:r>
              <a:t>Identify the problem</a:t>
            </a:r>
          </a:p>
          <a:p>
            <a:pPr lvl="1" marL="731520" indent="-182880" algn="l">
              <a:buChar char="•"/>
            </a:pPr>
            <a:r>
              <a:t>Developers lack accessible tools to identify security vulnerabilities before deployment</a:t>
            </a:r>
          </a:p>
          <a:p>
            <a:pPr marL="365760" indent="-182880" algn="l">
              <a:buChar char="•"/>
            </a:pPr>
            <a:r>
              <a:t>How did you solve the problem?</a:t>
            </a:r>
          </a:p>
          <a:p>
            <a:pPr lvl="1" marL="731520" indent="-182880" algn="l">
              <a:buChar char="•"/>
            </a:pPr>
            <a:r>
              <a:t>Web-based scanner using Bandit, AWS infrastructure with Terraform IaC, CI/CD pipeline</a:t>
            </a:r>
          </a:p>
          <a:p>
            <a:pPr marL="365760" indent="-182880" algn="l">
              <a:buChar char="•"/>
            </a:pPr>
            <a:r>
              <a:t>Identify the customer</a:t>
            </a:r>
          </a:p>
          <a:p>
            <a:pPr lvl="1" marL="731520" indent="-182880" algn="l">
              <a:buChar char="•"/>
            </a:pPr>
            <a:r>
              <a:t>Developers and development teams needing automated security code analysis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615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182880" algn="l">
              <a:buChar char="•"/>
            </a:pPr>
            <a:r>
              <a:t>Theoretical Background – brief description of technologies used in project</a:t>
            </a:r>
          </a:p>
          <a:p>
            <a:pPr lvl="1" marL="731520" indent="-182880" algn="l">
              <a:buChar char="•"/>
            </a:pPr>
            <a:r>
              <a:t>Backend: Flask (Python 3.12), Bandit security scanner, PostgreSQL 15.10</a:t>
            </a:r>
          </a:p>
          <a:p>
            <a:pPr lvl="1" marL="731520" indent="-182880" algn="l">
              <a:buChar char="•"/>
            </a:pPr>
            <a:r>
              <a:t>Frontend: HTML5, CSS3, JavaScript, Bootstrap 5</a:t>
            </a:r>
          </a:p>
          <a:p>
            <a:pPr lvl="1" marL="731520" indent="-182880" algn="l">
              <a:buChar char="•"/>
            </a:pPr>
            <a:r>
              <a:t>Cloud: AWS (EC2, RDS, ALB, VPC, EFS, S3, Route 53, CloudWatch, SNS)</a:t>
            </a:r>
          </a:p>
          <a:p>
            <a:pPr lvl="1" marL="731520" indent="-182880" algn="l">
              <a:buChar char="•"/>
            </a:pPr>
            <a:r>
              <a:t>DevOps: Docker, Terraform (1,500+ lines), GitHub Actions</a:t>
            </a:r>
          </a:p>
          <a:p>
            <a:pPr marL="365760" indent="-182880" algn="l">
              <a:buChar char="•"/>
            </a:pPr>
            <a:r>
              <a:t>Relevant literature</a:t>
            </a:r>
          </a:p>
          <a:p>
            <a:pPr lvl="1" marL="731520" indent="-182880" algn="l">
              <a:buChar char="•"/>
            </a:pPr>
            <a:r>
              <a:t>AWS Well-Architected Framework, Blue-Green Deployment patterns, Infrastructure as Code best practices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2835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sz="3900"/>
              <a:t>Requirements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Functional</a:t>
            </a:r>
          </a:p>
          <a:p>
            <a:pPr marL="0" indent="0">
              <a:spcBef>
                <a:spcPts val="600"/>
              </a:spcBef>
              <a:buNone/>
            </a:pPr>
            <a:r>
              <a:t>Upload Python files, scan for 10+ vulnerability types, display results with severity levels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Data</a:t>
            </a:r>
          </a:p>
          <a:p>
            <a:pPr marL="0" indent="0">
              <a:spcBef>
                <a:spcPts val="600"/>
              </a:spcBef>
              <a:buNone/>
            </a:pPr>
            <a:r>
              <a:t>Store scan history in PostgreSQL, maintain file uploads in EFS, backup to S3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User</a:t>
            </a:r>
          </a:p>
          <a:p>
            <a:pPr marL="0" indent="0">
              <a:spcBef>
                <a:spcPts val="600"/>
              </a:spcBef>
              <a:buNone/>
            </a:pPr>
            <a:r>
              <a:t>Simple web interface accessible via browser at http://codedetect.nt-nick.link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Environmental</a:t>
            </a:r>
          </a:p>
          <a:p>
            <a:pPr marL="0" indent="0">
              <a:spcBef>
                <a:spcPts val="600"/>
              </a:spcBef>
              <a:buNone/>
            </a:pPr>
            <a:r>
              <a:t>AWS cloud, Multi-AZ deployment (eu-west-1), Auto Scaling Groups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Usability</a:t>
            </a:r>
          </a:p>
          <a:p>
            <a:pPr marL="0" indent="0">
              <a:spcBef>
                <a:spcPts val="600"/>
              </a:spcBef>
              <a:buNone/>
            </a:pPr>
            <a:r>
              <a:t>Instant results (&lt;200ms), clear severity indicators, actionable descriptions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769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sz="3900"/>
              <a:t>Design</a:t>
            </a:r>
            <a:endParaRPr lang="en-IE" dirty="0"/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design</a:t>
            </a:r>
          </a:p>
          <a:p>
            <a:pPr marL="0" indent="0">
              <a:spcBef>
                <a:spcPts val="600"/>
              </a:spcBef>
              <a:buNone/>
            </a:pPr>
            <a:r>
              <a:t>Blue-Green deployment with two identical environments, only one active at a time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system architecture</a:t>
            </a:r>
          </a:p>
          <a:p>
            <a:pPr marL="0" indent="0">
              <a:spcBef>
                <a:spcPts val="600"/>
              </a:spcBef>
              <a:buNone/>
            </a:pPr>
            <a:r>
              <a:t>Multi-AZ VPC (10.0.0.0/16) with public/private subnets across 2 availability zones</a:t>
            </a:r>
          </a:p>
          <a:p>
            <a:pPr marL="0" indent="0">
              <a:spcBef>
                <a:spcPts val="600"/>
              </a:spcBef>
              <a:buNone/>
            </a:pPr>
            <a:r>
              <a:t>Route 53 DNS → Internet Gateway → ALB → Blue/Green Auto Scaling Groups → RDS/EFS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components used</a:t>
            </a:r>
          </a:p>
          <a:p>
            <a:pPr marL="0" indent="0">
              <a:spcBef>
                <a:spcPts val="600"/>
              </a:spcBef>
              <a:buNone/>
            </a:pPr>
            <a:r>
              <a:t>Application Load Balancer, EC2 t3.small instances (Docker), RDS PostgreSQL db.t3.micro, EFS shared storage, S3 buckets, CloudWatch monitoring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413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sz="3900"/>
              <a:t>Code &amp; Testing</a:t>
            </a:r>
            <a:endParaRPr lang="en-IE" dirty="0"/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main classes or functions used in code</a:t>
            </a:r>
          </a:p>
          <a:p>
            <a:pPr marL="0" indent="0">
              <a:spcBef>
                <a:spcPts val="600"/>
              </a:spcBef>
              <a:buNone/>
            </a:pPr>
            <a:r>
              <a:t>Flask app routes (upload, scan, results), Bandit scanner integration, PostgreSQL database models, file upload handlers, Docker multi-stage builds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testing procedure and any testing tools, test plans, test specifications used</a:t>
            </a:r>
          </a:p>
          <a:p>
            <a:pPr marL="0" indent="0">
              <a:spcBef>
                <a:spcPts val="600"/>
              </a:spcBef>
              <a:buNone/>
            </a:pPr>
            <a:r>
              <a:t>Unit tests with pytest, security scanning with Bandit, automated CI/CD testing in GitHub Actions, health endpoint validation, smoke tests on deployments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Graphical User Interface (GUI) Layout</a:t>
            </a:r>
          </a:p>
          <a:p>
            <a:pPr marL="0" indent="0">
              <a:spcBef>
                <a:spcPts val="600"/>
              </a:spcBef>
              <a:buNone/>
            </a:pPr>
            <a:r>
              <a:t>Clean upload page with drag-drop, results page showing vulnerability details with severity color-coding (High/Medium/Low), responsive Bootstrap 5 design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810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sz="3900"/>
              <a:t>Evaluation</a:t>
            </a:r>
            <a:endParaRPr lang="en-IE" dirty="0"/>
          </a:p>
          <a:p>
            <a:pPr marL="0" indent="0">
              <a:spcBef>
                <a:spcPts val="600"/>
              </a:spcBef>
              <a:buNone/>
            </a:pPr>
            <a:r>
              <a:rPr b="1"/>
              <a:t>How was the system evaluated?</a:t>
            </a:r>
          </a:p>
          <a:p>
            <a:pPr marL="0" indent="0">
              <a:spcBef>
                <a:spcPts val="600"/>
              </a:spcBef>
              <a:buNone/>
            </a:pPr>
            <a:r>
              <a:t>Load testing for performance, security scanning validation, deployment testing (Blue-Green switching), uptime monitoring with CloudWatch, cost analysis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What are the results of the evaluation?</a:t>
            </a:r>
          </a:p>
          <a:p>
            <a:pPr marL="0" indent="0">
              <a:spcBef>
                <a:spcPts val="600"/>
              </a:spcBef>
              <a:buNone/>
            </a:pPr>
            <a:r>
              <a:t>Average 200ms response time, 99.9% uptime capability with multi-instance setup, 4-6 minute automated deployments</a:t>
            </a:r>
          </a:p>
          <a:p>
            <a:pPr marL="0" indent="0">
              <a:spcBef>
                <a:spcPts val="600"/>
              </a:spcBef>
              <a:buNone/>
            </a:pPr>
            <a:r>
              <a:t>Successfully detects 10+ vulnerability types (SQL injection, hardcoded secrets, weak encryption, etc.)</a:t>
            </a:r>
          </a:p>
          <a:p>
            <a:pPr marL="0" indent="0">
              <a:spcBef>
                <a:spcPts val="600"/>
              </a:spcBef>
              <a:buNone/>
            </a:pPr>
            <a:r>
              <a:t>Cost-effective at ~$20/month, zero downtime during updates, instant rollback capability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96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CodeDetect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sz="3900"/>
              <a:t>Advantages &amp; Limitations</a:t>
            </a:r>
            <a:endParaRPr lang="en-IE" dirty="0"/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advantages/disadvantages</a:t>
            </a:r>
          </a:p>
          <a:p>
            <a:pPr marL="0" indent="0">
              <a:spcBef>
                <a:spcPts val="600"/>
              </a:spcBef>
              <a:buNone/>
            </a:pPr>
            <a:r>
              <a:t>Advantages: Instant vulnerability detection, zero downtime deployments, production-grade infrastructure, cost-effective (~$20/month), scalable architecture</a:t>
            </a:r>
          </a:p>
          <a:p>
            <a:pPr marL="0" indent="0">
              <a:spcBef>
                <a:spcPts val="600"/>
              </a:spcBef>
              <a:buNone/>
            </a:pPr>
            <a:r>
              <a:t>Disadvantages: Python-only support currently, single region deployment, requires AWS infrastructure knowledge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limits of the project</a:t>
            </a:r>
          </a:p>
          <a:p>
            <a:pPr marL="0" indent="0">
              <a:spcBef>
                <a:spcPts val="600"/>
              </a:spcBef>
              <a:buNone/>
            </a:pPr>
            <a:r>
              <a:t>Limited to Python code analysis, no multi-language support yet, single active instance for cost optimization</a:t>
            </a:r>
          </a:p>
          <a:p>
            <a:pPr marL="0" indent="0">
              <a:spcBef>
                <a:spcPts val="600"/>
              </a:spcBef>
              <a:buNone/>
            </a:pPr>
            <a:r>
              <a:rPr b="1"/>
              <a:t>Describe the opportunities for the project and its future prospects</a:t>
            </a:r>
          </a:p>
          <a:p>
            <a:pPr marL="0" indent="0">
              <a:spcBef>
                <a:spcPts val="600"/>
              </a:spcBef>
              <a:buNone/>
            </a:pPr>
            <a:r>
              <a:t>Expand to JavaScript/Java support, implement user authentication, create REST API, migrate to Kubernetes (EKS), multi-region deployment, ML-based custom rule detection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1451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1428</TotalTime>
  <Words>177</Words>
  <Application>Microsoft Office PowerPoint</Application>
  <PresentationFormat>A4 Paper (210x297 mm)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Sample Project Name</vt:lpstr>
      <vt:lpstr>Name of Project</vt:lpstr>
      <vt:lpstr>Project Name</vt:lpstr>
      <vt:lpstr>Project Name</vt:lpstr>
      <vt:lpstr>Project Name</vt:lpstr>
      <vt:lpstr>Project Name</vt:lpstr>
      <vt:lpstr>Project Name</vt:lpstr>
      <vt:lpstr>Project Name</vt:lpstr>
      <vt:lpstr>Project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</dc:title>
  <dc:creator>Liam McCabe</dc:creator>
  <cp:lastModifiedBy>Lisa Murphy</cp:lastModifiedBy>
  <cp:revision>120</cp:revision>
  <dcterms:created xsi:type="dcterms:W3CDTF">2018-05-20T19:26:47Z</dcterms:created>
  <dcterms:modified xsi:type="dcterms:W3CDTF">2025-08-20T11:55:11Z</dcterms:modified>
</cp:coreProperties>
</file>